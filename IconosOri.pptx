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61A2C1-A827-5DFA-060A-C259F1A13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32B3D70-BC08-5F07-6D01-D528C74E6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33CA30-186F-C537-DC16-BE6A60E3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57F7ED-C893-7ADF-A255-18E1C54D8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1CD725-BA8A-7458-6B75-1970DCCE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443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9DD807-FEC7-198A-420A-4A251F72B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144E8E-A0C8-AAB1-7D12-1FB853A3A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21D76B-07FB-DB43-92F3-07C934B0C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11D77A-90C1-63C3-CABC-0DD6AD7A5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203E94A-0CBD-F106-5655-2DC3A1C6D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9351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009D42-7203-D222-6240-FB539C1AD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53F4D4D-AAD6-839E-0D15-46478E119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1C3166-E4F3-AC47-76E4-0ABBB39E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5E6048-3F1F-5423-BF85-6FA179B2C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41CBA26-A71E-DB60-DC4A-FED5A719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7243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DFFF4D-7780-5499-C7FC-7BBAB5D89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1D0A72-4061-1E81-6201-7E29F4EF0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7FF6D63-2511-6511-F7C5-DD109062CB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823C4FE-63CE-532A-8925-1A42D2262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CB99BBB-A8DC-C52E-DC9E-679E7FF31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5C6E34A-C1A3-3FCF-B4A9-3F1CA4A5A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2156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210625-16DE-26DF-D35C-524A7AE08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1C0B4A0-3F3B-3CAB-4DF9-8FA3E9F21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0E91E18-79B4-72D7-6B45-029E9AAB77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F205F3C-7340-78CA-A1B8-827E03E9C7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81DA60B-6333-BE1B-B564-8BAE15DDAB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D385A26-B460-0C19-3CAD-A0EEB1A57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05C966-B3BA-25E6-BBC1-7DCE9F858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05C68F6-4EE2-7129-073B-22004ABCC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4038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5C1252-99CF-C787-D688-070E8EA2A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27A8730-7B15-0F35-69D2-394972CA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1A93077-8631-6562-0721-04382489E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F566D57-1718-AE95-8550-313C6CAF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03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8CDBB3A-2B67-CA24-92C4-0A4C48B81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E71F42-7260-335B-A694-A9A426BFB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DC4A2D-8FE5-F680-4594-C300EEF90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0049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2F40A-BE52-25EF-9B90-2C9AE085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7A95E6-BEE7-3866-C1F8-3D6015940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169440-C2E0-68D1-3399-716C866FC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720A87D-2E2E-AFF3-472D-5640CCC4C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DC48158-BC34-6340-B2BA-63A0026A0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286A879-C8C7-6ED2-0153-E84DB3C3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0245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DCBAAC-9358-74ED-468A-017E278E9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47FCE2-8CF9-8CE8-3B19-F03EEB61D1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884A795-53A1-C290-DC8D-07AD248DD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F99DDF-0154-A093-A3D8-D530DFC4E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1AB8A5B-52EF-98C7-FE77-46E8F8926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AF517F-C1EE-5A78-8DC4-A7DBD5273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3355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47B42D-0998-B2F8-6943-C71D6EAF4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BA48F2-E168-904F-44A1-3435F254C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85298C-5338-5DAA-571F-C845DED71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44F984-FE82-771B-0338-EB481A381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0B8B64-BB3C-587B-E771-1504DC9A2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03299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E111AE-752C-F0AB-831A-4527DB3340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68EC29F-3AD5-92A2-3DB6-9B454C9D75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4D668D-D91A-F330-4F4E-88131565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D5C8D7-12BD-3C29-7ED9-B8AEAC13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4AB0B-B61F-0231-6DCA-C6F7EABBB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599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BABCF3-BC35-87F5-1F80-FF1A969DE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863D16-7571-EFC7-EB3D-2A72AB4966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0CB530-C1FB-63F1-BDEE-DAEEF6DBFD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600BF0-5D1B-4FF3-82AE-6C0A5C012057}" type="datetimeFigureOut">
              <a:rPr lang="es-ES" smtClean="0"/>
              <a:t>16/04/2026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8B2139-5AF6-717B-EB18-FFE544690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789F7B-42F7-CC92-1611-CFE30D1A3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998C8-6A23-4679-AD9D-CC49C398FD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725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F169112E-5241-1D09-20A5-B0F71D45E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8280"/>
            <a:ext cx="2438400" cy="24384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95C2A4-C20C-DF94-CE8D-BD79C8F0C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0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0168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Valiente Urueña</dc:creator>
  <cp:lastModifiedBy>Sergio Valiente Urueña</cp:lastModifiedBy>
  <cp:revision>1</cp:revision>
  <dcterms:created xsi:type="dcterms:W3CDTF">2026-04-16T14:12:27Z</dcterms:created>
  <dcterms:modified xsi:type="dcterms:W3CDTF">2026-04-16T14:15:14Z</dcterms:modified>
</cp:coreProperties>
</file>