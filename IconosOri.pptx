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1A2C1-A827-5DFA-060A-C259F1A13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2B3D70-BC08-5F07-6D01-D528C74E6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33CA30-186F-C537-DC16-BE6A60E3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57F7ED-C893-7ADF-A255-18E1C54D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1CD725-BA8A-7458-6B75-1970DCCE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443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DD807-FEC7-198A-420A-4A251F72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144E8E-A0C8-AAB1-7D12-1FB853A3A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21D76B-07FB-DB43-92F3-07C934B0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11D77A-90C1-63C3-CABC-0DD6AD7A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03E94A-0CBD-F106-5655-2DC3A1C6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9351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09D42-7203-D222-6240-FB539C1AD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3F4D4D-AAD6-839E-0D15-46478E119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1C3166-E4F3-AC47-76E4-0ABBB39E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5E6048-3F1F-5423-BF85-6FA179B2C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1CBA26-A71E-DB60-DC4A-FED5A719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724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FFF4D-7780-5499-C7FC-7BBAB5D8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1D0A72-4061-1E81-6201-7E29F4EF0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FF6D63-2511-6511-F7C5-DD109062C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23C4FE-63CE-532A-8925-1A42D226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B99BBB-A8DC-C52E-DC9E-679E7FF3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C6E34A-C1A3-3FCF-B4A9-3F1CA4A5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2156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10625-16DE-26DF-D35C-524A7AE0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C0B4A0-3F3B-3CAB-4DF9-8FA3E9F21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E91E18-79B4-72D7-6B45-029E9AAB7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F205F3C-7340-78CA-A1B8-827E03E9C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1DA60B-6333-BE1B-B564-8BAE15DDA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D385A26-B460-0C19-3CAD-A0EEB1A5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05C966-B3BA-25E6-BBC1-7DCE9F8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05C68F6-4EE2-7129-073B-22004ABC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403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C1252-99CF-C787-D688-070E8EA2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7A8730-7B15-0F35-69D2-394972CA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A93077-8631-6562-0721-04382489E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566D57-1718-AE95-8550-313C6CAF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035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8CDBB3A-2B67-CA24-92C4-0A4C48B8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E71F42-7260-335B-A694-A9A426BF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DC4A2D-8FE5-F680-4594-C300EEF9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004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2F40A-BE52-25EF-9B90-2C9AE085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7A95E6-BEE7-3866-C1F8-3D6015940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169440-C2E0-68D1-3399-716C866FC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20A87D-2E2E-AFF3-472D-5640CCC4C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C48158-BC34-6340-B2BA-63A0026A0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86A879-C8C7-6ED2-0153-E84DB3C3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0245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CBAAC-9358-74ED-468A-017E278E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47FCE2-8CF9-8CE8-3B19-F03EEB61D1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84A795-53A1-C290-DC8D-07AD248DD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F99DDF-0154-A093-A3D8-D530DFC4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AB8A5B-52EF-98C7-FE77-46E8F892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AF517F-C1EE-5A78-8DC4-A7DBD527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335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7B42D-0998-B2F8-6943-C71D6EAF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BA48F2-E168-904F-44A1-3435F254C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85298C-5338-5DAA-571F-C845DED71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44F984-FE82-771B-0338-EB481A38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0B8B64-BB3C-587B-E771-1504DC9A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3299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E111AE-752C-F0AB-831A-4527DB3340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8EC29F-3AD5-92A2-3DB6-9B454C9D7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4D668D-D91A-F330-4F4E-88131565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D5C8D7-12BD-3C29-7ED9-B8AEAC13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44AB0B-B61F-0231-6DCA-C6F7EABBB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599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BABCF3-BC35-87F5-1F80-FF1A969DE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863D16-7571-EFC7-EB3D-2A72AB496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0CB530-C1FB-63F1-BDEE-DAEEF6DBF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00BF0-5D1B-4FF3-82AE-6C0A5C012057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8B2139-5AF6-717B-EB18-FFE544690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789F7B-42F7-CC92-1611-CFE30D1A3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998C8-6A23-4679-AD9D-CC49C398FD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725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169112E-5241-1D09-20A5-B0F71D45E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957"/>
            <a:ext cx="2438400" cy="24384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95C2A4-C20C-DF94-CE8D-BD79C8F0C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901957"/>
            <a:ext cx="2438400" cy="24384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44AAB26-0785-C544-56E5-B19ECA8E28E6}"/>
              </a:ext>
            </a:extLst>
          </p:cNvPr>
          <p:cNvSpPr txBox="1"/>
          <p:nvPr/>
        </p:nvSpPr>
        <p:spPr>
          <a:xfrm>
            <a:off x="252984" y="139962"/>
            <a:ext cx="2542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lgerian" panose="04020705040A02060702" pitchFamily="82" charset="0"/>
              </a:rPr>
              <a:t>SKILLS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EDD87C-A64A-DB92-22CB-5CB7CA4C4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901957"/>
            <a:ext cx="2438400" cy="24384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D828534-E66D-1B09-368B-8503D6508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901957"/>
            <a:ext cx="2438400" cy="24384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F0D576B-4BE5-21DD-5363-8B8B95C8A3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264" y="901957"/>
            <a:ext cx="2438400" cy="24384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08189DE-3E1B-734A-6B43-C9727EBAAE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" y="3340357"/>
            <a:ext cx="2438400" cy="2438400"/>
          </a:xfrm>
          <a:prstGeom prst="rect">
            <a:avLst/>
          </a:prstGeom>
        </p:spPr>
      </p:pic>
      <p:sp>
        <p:nvSpPr>
          <p:cNvPr id="17" name="AutoShape 10" descr="AbilityIcon_Grapple">
            <a:extLst>
              <a:ext uri="{FF2B5EF4-FFF2-40B4-BE49-F238E27FC236}">
                <a16:creationId xmlns:a16="http://schemas.microsoft.com/office/drawing/2014/main" id="{153C4F4F-F3FA-DABB-E365-B6C63AD0A9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59EEDE7-8513-5019-7137-91AF11BDF2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6315" y="3429000"/>
            <a:ext cx="2438400" cy="24384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A5E75F1-E7B8-4819-974D-AD885E379A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4715" y="3429000"/>
            <a:ext cx="2438400" cy="243840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5110F737-58B2-F570-21F2-02A0646C63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3429000"/>
            <a:ext cx="2438400" cy="243840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A8268AA0-20AF-CC28-E32E-8B5C362757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3600" y="3364449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16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AE3F151-ED65-5383-4AB6-E29FA1756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02" y="1219200"/>
            <a:ext cx="2438400" cy="24384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984F816-CAFA-1F89-7B36-FB876E667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418" y="976201"/>
            <a:ext cx="2438400" cy="24384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2D071CA-1191-145F-031A-E4EBB6455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358" y="990600"/>
            <a:ext cx="2438400" cy="243840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88208D7F-D0BA-A7FD-0774-824659847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9" y="4028174"/>
            <a:ext cx="2438400" cy="243840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A4E972EB-3FF7-2C9D-4F5D-4E3578D7E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9360" y="4279638"/>
            <a:ext cx="2438400" cy="243840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2291AF5E-F520-2C3A-6EB3-491DF556F7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4598" y="4028174"/>
            <a:ext cx="2438400" cy="2438400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417EA743-9451-64AB-CA87-9889B2B80F3E}"/>
              </a:ext>
            </a:extLst>
          </p:cNvPr>
          <p:cNvSpPr txBox="1"/>
          <p:nvPr/>
        </p:nvSpPr>
        <p:spPr>
          <a:xfrm>
            <a:off x="252984" y="139962"/>
            <a:ext cx="2542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lgerian" panose="04020705040A02060702" pitchFamily="82" charset="0"/>
              </a:rPr>
              <a:t>SKILLS</a:t>
            </a:r>
          </a:p>
        </p:txBody>
      </p:sp>
    </p:spTree>
    <p:extLst>
      <p:ext uri="{BB962C8B-B14F-4D97-AF65-F5344CB8AC3E}">
        <p14:creationId xmlns:p14="http://schemas.microsoft.com/office/powerpoint/2010/main" val="167664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6BEA329-D67E-10E8-D6E0-0F5282FCB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744" y="3545305"/>
            <a:ext cx="2438400" cy="24384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5DBEE93-2367-1C63-AE43-971B6D910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337" y="1248878"/>
            <a:ext cx="2438400" cy="24384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B0C8AC4-CCC8-E110-ED70-CAC1902BA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241" y="1098884"/>
            <a:ext cx="2438400" cy="24384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C3B55FC-70FA-09B4-919A-4D29DE7C0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45" y="3545305"/>
            <a:ext cx="2438400" cy="24384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7291A97-5515-CAB1-481A-3F44FEF7E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945" y="3643964"/>
            <a:ext cx="2438400" cy="24384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64E23B0-A375-A948-1C98-023DB4AF32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089" y="1008246"/>
            <a:ext cx="2438400" cy="24384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FA9385C-9346-F03A-CD28-648BF13BE5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9481" y="1150219"/>
            <a:ext cx="2438400" cy="24384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2DA095C-087B-AD2A-A79D-17968884B1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7881" y="3643964"/>
            <a:ext cx="2438400" cy="24384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AE0094B-CBDE-064A-0FF9-F0CA758C8555}"/>
              </a:ext>
            </a:extLst>
          </p:cNvPr>
          <p:cNvSpPr txBox="1"/>
          <p:nvPr/>
        </p:nvSpPr>
        <p:spPr>
          <a:xfrm>
            <a:off x="252983" y="139962"/>
            <a:ext cx="7193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lgerian" panose="04020705040A02060702" pitchFamily="82" charset="0"/>
              </a:rPr>
              <a:t>SKILLS disponibles en la tienda</a:t>
            </a:r>
          </a:p>
        </p:txBody>
      </p:sp>
    </p:spTree>
    <p:extLst>
      <p:ext uri="{BB962C8B-B14F-4D97-AF65-F5344CB8AC3E}">
        <p14:creationId xmlns:p14="http://schemas.microsoft.com/office/powerpoint/2010/main" val="330032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4A486F4-4DB5-B653-81A2-9222BCF12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4" y="1459030"/>
            <a:ext cx="2438400" cy="24384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120AD4B-4FFC-50DA-9684-C2FA618FD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366" y="1372402"/>
            <a:ext cx="2438400" cy="24384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064A471-36F6-BDCF-9397-E1EAB338D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938" y="1228023"/>
            <a:ext cx="2438400" cy="24384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F00BDE0-05BA-8B3B-1DE3-7BF29A4E33C3}"/>
              </a:ext>
            </a:extLst>
          </p:cNvPr>
          <p:cNvSpPr txBox="1"/>
          <p:nvPr/>
        </p:nvSpPr>
        <p:spPr>
          <a:xfrm>
            <a:off x="252983" y="139962"/>
            <a:ext cx="7193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Algerian" panose="04020705040A02060702" pitchFamily="82" charset="0"/>
              </a:rPr>
              <a:t>SKILLS disponibles en la tienda</a:t>
            </a:r>
          </a:p>
        </p:txBody>
      </p:sp>
    </p:spTree>
    <p:extLst>
      <p:ext uri="{BB962C8B-B14F-4D97-AF65-F5344CB8AC3E}">
        <p14:creationId xmlns:p14="http://schemas.microsoft.com/office/powerpoint/2010/main" val="10155132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</Words>
  <Application>Microsoft Office PowerPoint</Application>
  <PresentationFormat>Panorámica</PresentationFormat>
  <Paragraphs>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Algerian</vt:lpstr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Valiente Urueña</dc:creator>
  <cp:lastModifiedBy>Sergio Valiente Urueña</cp:lastModifiedBy>
  <cp:revision>3</cp:revision>
  <dcterms:created xsi:type="dcterms:W3CDTF">2026-04-16T14:12:27Z</dcterms:created>
  <dcterms:modified xsi:type="dcterms:W3CDTF">2026-04-16T20:50:13Z</dcterms:modified>
</cp:coreProperties>
</file>